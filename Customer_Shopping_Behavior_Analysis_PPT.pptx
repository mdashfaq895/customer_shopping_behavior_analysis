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rbel" panose="020B0503020204020204" pitchFamily="34" charset="0"/>
      <p:regular r:id="rId17"/>
      <p:bold r:id="rId18"/>
      <p:italic r:id="rId19"/>
      <p:boldItalic r:id="rId20"/>
    </p:embeddedFont>
    <p:embeddedFont>
      <p:font typeface="DM Sans" panose="020B0604020202020204" charset="0"/>
      <p:regular r:id="rId21"/>
    </p:embeddedFont>
    <p:embeddedFont>
      <p:font typeface="Libre Baskerville" panose="020B0604020202020204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837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976" y="1058851"/>
            <a:ext cx="11960352" cy="3511296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64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1436" y="4643561"/>
            <a:ext cx="10521432" cy="1665798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rgbClr val="FFFFFF"/>
                </a:solidFill>
              </a:defRPr>
            </a:lvl1pPr>
            <a:lvl2pPr marL="548640" indent="0" algn="ctr">
              <a:buNone/>
              <a:defRPr sz="2640"/>
            </a:lvl2pPr>
            <a:lvl3pPr marL="1097280" indent="0" algn="ctr">
              <a:buNone/>
              <a:defRPr sz="264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74393" y="4480560"/>
            <a:ext cx="98755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3465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3983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709" y="1408290"/>
            <a:ext cx="11960352" cy="351129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864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1914" y="4985424"/>
            <a:ext cx="10522915" cy="1636567"/>
          </a:xfrm>
        </p:spPr>
        <p:txBody>
          <a:bodyPr anchor="t">
            <a:normAutofit/>
          </a:bodyPr>
          <a:lstStyle>
            <a:lvl1pPr marL="0" indent="0" algn="ctr">
              <a:buNone/>
              <a:defRPr sz="2640">
                <a:solidFill>
                  <a:schemeClr val="accent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377441" y="4824490"/>
            <a:ext cx="98755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7591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468879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21134" y="2468880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9008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401813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265780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23008" y="2398838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23008" y="3263186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3310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9299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186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2591" y="1316736"/>
            <a:ext cx="6254496" cy="5596128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621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947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5897" y="1283816"/>
            <a:ext cx="7318858" cy="576072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4564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8567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798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914400"/>
            <a:ext cx="2788920" cy="64922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914400"/>
            <a:ext cx="8915400" cy="649224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4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808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513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29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755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709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6639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145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244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812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47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731520"/>
            <a:ext cx="11850624" cy="1627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468880"/>
            <a:ext cx="11847445" cy="4846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595" y="7468594"/>
            <a:ext cx="279488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38978" y="7468594"/>
            <a:ext cx="566132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5437" y="7468594"/>
            <a:ext cx="20474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15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  <p:sldLayoutId id="2147483757" r:id="rId19"/>
    <p:sldLayoutId id="2147483758" r:id="rId20"/>
    <p:sldLayoutId id="2147483759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19456" algn="l" defTabSz="1097280" rtl="0" eaLnBrk="1" latinLnBrk="0" hangingPunct="1">
        <a:lnSpc>
          <a:spcPct val="90000"/>
        </a:lnSpc>
        <a:spcBef>
          <a:spcPts val="1680"/>
        </a:spcBef>
        <a:buClr>
          <a:schemeClr val="accent1"/>
        </a:buClr>
        <a:buSzPct val="80000"/>
        <a:buFont typeface="Corbel" pitchFamily="34" charset="0"/>
        <a:buChar char="•"/>
        <a:defRPr sz="264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48640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77824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216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7008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36192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92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8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64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00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DM Sans</vt:lpstr>
      <vt:lpstr>Libre Baskerville Light</vt:lpstr>
      <vt:lpstr>Corbel</vt:lpstr>
      <vt:lpstr>Libre Baskerville</vt:lpstr>
      <vt:lpstr>Calibri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Ashfaq</dc:creator>
  <cp:lastModifiedBy>Ashfaq</cp:lastModifiedBy>
  <cp:revision>3</cp:revision>
  <dcterms:created xsi:type="dcterms:W3CDTF">2025-10-14T02:52:14Z</dcterms:created>
  <dcterms:modified xsi:type="dcterms:W3CDTF">2026-10-14T18:05:55Z</dcterms:modified>
</cp:coreProperties>
</file>